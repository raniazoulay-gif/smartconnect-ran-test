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UNICO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8C00"/>
                </a:solidFill>
                <a:latin typeface="Arial"/>
              </a:rPr>
              <a:t>New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מערכת ניהול שטח — מצגת מוצר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CCFF"/>
                </a:solidFill>
                <a:latin typeface="Arial"/>
              </a:rPr>
              <a:t>ניהול ביקורי סוכנים | מעקב חנויות | דוחות מנהל | התראות בזמן אמת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BB"/>
                </a:solidFill>
                <a:latin typeface="Arial"/>
              </a:rPr>
              <a:t>אפריל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Arial"/>
              </a:rPr>
              <a:t>למה UNICO Sales 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פתרון דיגיטלי מלא לניהול סוכני שטח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265176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⏱ חיסכון בזמן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2377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רישום ביקור בלחיצה אחת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אין דפים ואין מייל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GPS אוטומטי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71600"/>
            <a:ext cx="2651760" cy="41148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📊 שקיפות מלאה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83080"/>
            <a:ext cx="2377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מנהל רואה הכל בזמן אמת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היסטוריה לכל חנות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דוחות אקסל אוטומטיים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371600"/>
            <a:ext cx="265176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💬 תקשורת ישירה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83080"/>
            <a:ext cx="2377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צ'אט סוכן-מנהל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הערות לכל ביקור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התראות מיידיות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371600"/>
            <a:ext cx="2651760" cy="41148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📱 מובייל ראשון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83080"/>
            <a:ext cx="2377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עובד מכל טלפון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ממשק נוח לשטח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ללא התקנה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Arial"/>
              </a:rPr>
              <a:t>מסך כניסה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אבטחה, פשטות, ממשק נקי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4114800" cy="4389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371600"/>
            <a:ext cx="365760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מה קורה כאן?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3383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לוגו UNICO בולט במרכז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שדות: שם משתמש + סיסמה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כפתור "כניסה למערכת" — כחול כהה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כל סוכן מקבל חשבון אישי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הפניה אוטומטית לתפקיד (סוכן/מנהל)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Arial"/>
              </a:rPr>
              <a:t>דשבורד הסוכן — רשימת חנויות היום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כל הביקורים שנדרשים — במבט אחד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2_ag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אלמנטים עיקריים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📅 ניווט תאריך — אתמול/מחר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📊 ספירה: נותרו / בוצעו / סה"כ היום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🟡 נקודה צבועה = סטטוס ביקור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לחיצה על חנות → פתיחת כרטיס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💬 צ'אט עם המנהל (שורת תחתית)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📍 רענון מיקום GPS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📅 לוח שנה — בחירת תאריך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Arial"/>
              </a:rPr>
              <a:t>כרטיס חנות — כניסה ויציאה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רישום ביקור מדויק עם שעה אוטומטית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3_stor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כפתורים ופעולות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🏪 שם חנות + עיר + אזור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📋 קוד לקוח + ימי ביקור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🟢 כפתור 'כניסה לחנות' — רחב וברור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שעת כניסה נרשמת אוטומטית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⏸ אפשרות הפסקה במהלך ביקור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🔴 'יציאה' — מסיים ומחשב שהייה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חזרה לרשימה בלחיצה אחת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Arial"/>
              </a:rPr>
              <a:t>הערות ושיחה עם המנהל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תיעוד מלא של כל ביקור + תקשורת ישירה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4_store_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תיעוד ותקשורת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📝 שדה הערות חופשי לתיאור הביקור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מונה תווים בזמן אמת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💾 כפתור 'שמור' — אישור חזותי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💬 שיחה ישירה עם המנהל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הודעות מסודרות לפי זמן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📊 היסטוריית ביקורים קודמים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Arial"/>
              </a:rPr>
              <a:t>דף המנהל — סקירה כללית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כל הסוכנים, כל הביקורים — בזמן אמת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5_manag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יכולות המנהל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👑 כותרת 'דף מנהל' + תאריך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כרטיס לכל סוכן: שם, אזורים, ביקורים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0/X ביקורים היום — עדכון חי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💡 'התראות לטלפון' — Web Push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📊 Excel דוחות — סוכן / לקוח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🔍 חיפוש לקוח לפי שם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4 טאבים: סקירה/התראות/ביקורים/דוחות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Arial"/>
              </a:rPr>
              <a:t>טאב התראות — הודעות הסוכנים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כל הודעה מהשטח מגיעה ישירות למנהל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6_manager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מערכת ההתראות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🔔 רשימת כל ההודעות לפי זמן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מי שלח + שם חנות + תוכן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פילטר לפי סוכן: כולם / גילי / אלי / שיראל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כפתור 'מחק הודעה' לכל שורה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🔴 Badge אדום — הודעות שלא נקראו</a:t>
            </a:r>
          </a:p>
          <a:p>
            <a:pPr algn="r"/>
            <a:r>
              <a:rPr sz="1300">
                <a:solidFill>
                  <a:srgbClr val="223355"/>
                </a:solidFill>
                <a:latin typeface="Arial"/>
              </a:rPr>
              <a:t>◀ רענון אוטומטי כל X שניות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סיכום יכולות המערכת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3474720" cy="3749039"/>
          </a:xfrm>
          <a:prstGeom prst="rect">
            <a:avLst/>
          </a:prstGeom>
          <a:solidFill>
            <a:srgbClr val="15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8C00"/>
                </a:solidFill>
                <a:latin typeface="Arial"/>
              </a:rPr>
              <a:t>📱 סוכן בשטח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רשימת חנויות לפי יום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כניסה / הפסקה / יציאה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הערות לכל ביקור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צ'אט עם מנהל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היסטוריית ביקורים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560320"/>
            <a:ext cx="3474720" cy="3749039"/>
          </a:xfrm>
          <a:prstGeom prst="rect">
            <a:avLst/>
          </a:prstGeom>
          <a:solidFill>
            <a:srgbClr val="15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8C00"/>
                </a:solidFill>
                <a:latin typeface="Arial"/>
              </a:rPr>
              <a:t>👑 מנהל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1089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מעקב סוכנים בזמן אמת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ניהול התראות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דוחות Excel אוטומטיים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דוח יומי בסוף יום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חיפוש לקוחות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560320"/>
            <a:ext cx="3474720" cy="3749039"/>
          </a:xfrm>
          <a:prstGeom prst="rect">
            <a:avLst/>
          </a:prstGeom>
          <a:solidFill>
            <a:srgbClr val="15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8C00"/>
                </a:solidFill>
                <a:latin typeface="Arial"/>
              </a:rPr>
              <a:t>⚙️ מערכת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1089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201 לקוחות מוטענים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ביקורים לפי שבוע בחודש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Web Push Notifications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SQLite → מוכן ל-PostgreSQL</a:t>
            </a:r>
          </a:p>
          <a:p>
            <a:pPr algn="r"/>
            <a:r>
              <a:rPr sz="1300">
                <a:solidFill>
                  <a:srgbClr val="CCDDFF"/>
                </a:solidFill>
                <a:latin typeface="Arial"/>
              </a:rPr>
              <a:t>✓ פריסה ב-Railway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88BB"/>
                </a:solidFill>
                <a:latin typeface="Arial"/>
              </a:rPr>
              <a:t>UNICO New Retail • מערכת ניהול שטח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
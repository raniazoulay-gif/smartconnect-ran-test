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 Azoulay" userId="55020d8e-7ce5-45fc-8049-a10c4b65aa4e" providerId="ADAL" clId="{4F78CAE6-B63C-4074-8F81-A79E2818030B}"/>
    <pc:docChg chg="modSld">
      <pc:chgData name="Ran Azoulay" userId="55020d8e-7ce5-45fc-8049-a10c4b65aa4e" providerId="ADAL" clId="{4F78CAE6-B63C-4074-8F81-A79E2818030B}" dt="2026-05-01T18:17:49.540" v="12" actId="1076"/>
      <pc:docMkLst>
        <pc:docMk/>
      </pc:docMkLst>
      <pc:sldChg chg="addSp modSp mod">
        <pc:chgData name="Ran Azoulay" userId="55020d8e-7ce5-45fc-8049-a10c4b65aa4e" providerId="ADAL" clId="{4F78CAE6-B63C-4074-8F81-A79E2818030B}" dt="2026-05-01T18:17:49.540" v="12" actId="1076"/>
        <pc:sldMkLst>
          <pc:docMk/>
          <pc:sldMk cId="0" sldId="256"/>
        </pc:sldMkLst>
        <pc:spChg chg="mod">
          <ac:chgData name="Ran Azoulay" userId="55020d8e-7ce5-45fc-8049-a10c4b65aa4e" providerId="ADAL" clId="{4F78CAE6-B63C-4074-8F81-A79E2818030B}" dt="2026-05-01T18:16:21.807" v="10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Ran Azoulay" userId="55020d8e-7ce5-45fc-8049-a10c4b65aa4e" providerId="ADAL" clId="{4F78CAE6-B63C-4074-8F81-A79E2818030B}" dt="2026-05-01T18:16:15.479" v="8" actId="782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an Azoulay" userId="55020d8e-7ce5-45fc-8049-a10c4b65aa4e" providerId="ADAL" clId="{4F78CAE6-B63C-4074-8F81-A79E2818030B}" dt="2026-05-01T18:16:11.548" v="7" actId="782"/>
          <ac:spMkLst>
            <pc:docMk/>
            <pc:sldMk cId="0" sldId="256"/>
            <ac:spMk id="16" creationId="{00000000-0000-0000-0000-000000000000}"/>
          </ac:spMkLst>
        </pc:spChg>
        <pc:spChg chg="mod">
          <ac:chgData name="Ran Azoulay" userId="55020d8e-7ce5-45fc-8049-a10c4b65aa4e" providerId="ADAL" clId="{4F78CAE6-B63C-4074-8F81-A79E2818030B}" dt="2026-05-01T18:16:08.329" v="6" actId="782"/>
          <ac:spMkLst>
            <pc:docMk/>
            <pc:sldMk cId="0" sldId="256"/>
            <ac:spMk id="21" creationId="{00000000-0000-0000-0000-000000000000}"/>
          </ac:spMkLst>
        </pc:spChg>
        <pc:spChg chg="mod">
          <ac:chgData name="Ran Azoulay" userId="55020d8e-7ce5-45fc-8049-a10c4b65aa4e" providerId="ADAL" clId="{4F78CAE6-B63C-4074-8F81-A79E2818030B}" dt="2026-05-01T18:16:03.167" v="5" actId="122"/>
          <ac:spMkLst>
            <pc:docMk/>
            <pc:sldMk cId="0" sldId="256"/>
            <ac:spMk id="26" creationId="{00000000-0000-0000-0000-000000000000}"/>
          </ac:spMkLst>
        </pc:spChg>
        <pc:spChg chg="mod">
          <ac:chgData name="Ran Azoulay" userId="55020d8e-7ce5-45fc-8049-a10c4b65aa4e" providerId="ADAL" clId="{4F78CAE6-B63C-4074-8F81-A79E2818030B}" dt="2026-05-01T18:15:55.668" v="3" actId="122"/>
          <ac:spMkLst>
            <pc:docMk/>
            <pc:sldMk cId="0" sldId="256"/>
            <ac:spMk id="28" creationId="{00000000-0000-0000-0000-000000000000}"/>
          </ac:spMkLst>
        </pc:spChg>
        <pc:picChg chg="add mod">
          <ac:chgData name="Ran Azoulay" userId="55020d8e-7ce5-45fc-8049-a10c4b65aa4e" providerId="ADAL" clId="{4F78CAE6-B63C-4074-8F81-A79E2818030B}" dt="2026-05-01T18:17:49.540" v="12" actId="1076"/>
          <ac:picMkLst>
            <pc:docMk/>
            <pc:sldMk cId="0" sldId="256"/>
            <ac:picMk id="30" creationId="{1CBA4524-6250-4A93-A69E-AB6A2A3A58E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SMART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51560"/>
            <a:ext cx="12191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0" i="0" dirty="0" err="1">
                <a:solidFill>
                  <a:srgbClr val="B8D0FF"/>
                </a:solidFill>
                <a:latin typeface="Arial"/>
              </a:rPr>
              <a:t>מאפשרת</a:t>
            </a:r>
            <a:r>
              <a:rPr sz="20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B8D0FF"/>
                </a:solidFill>
                <a:latin typeface="Arial"/>
              </a:rPr>
              <a:t>לחברת</a:t>
            </a:r>
            <a:r>
              <a:rPr sz="2000" b="0" i="0" dirty="0">
                <a:solidFill>
                  <a:srgbClr val="B8D0FF"/>
                </a:solidFill>
                <a:latin typeface="Arial"/>
              </a:rPr>
              <a:t> UNICO </a:t>
            </a:r>
            <a:r>
              <a:rPr lang="he-IL" sz="20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2000" b="0" i="0" dirty="0">
                <a:solidFill>
                  <a:srgbClr val="B8D0FF"/>
                </a:solidFill>
                <a:latin typeface="Arial"/>
              </a:rPr>
              <a:t>ניהול </a:t>
            </a:r>
            <a:r>
              <a:rPr sz="2000" b="0" i="0" dirty="0" err="1">
                <a:solidFill>
                  <a:srgbClr val="B8D0FF"/>
                </a:solidFill>
                <a:latin typeface="Arial"/>
              </a:rPr>
              <a:t>חכם</a:t>
            </a:r>
            <a:r>
              <a:rPr sz="20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B8D0FF"/>
                </a:solidFill>
                <a:latin typeface="Arial"/>
              </a:rPr>
              <a:t>של</a:t>
            </a:r>
            <a:r>
              <a:rPr sz="20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B8D0FF"/>
                </a:solidFill>
                <a:latin typeface="Arial"/>
              </a:rPr>
              <a:t>סוכנים</a:t>
            </a:r>
            <a:r>
              <a:rPr sz="20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B8D0FF"/>
                </a:solidFill>
                <a:latin typeface="Arial"/>
              </a:rPr>
              <a:t>בשטח</a:t>
            </a:r>
            <a:endParaRPr sz="2000" b="0" i="0" dirty="0">
              <a:solidFill>
                <a:srgbClr val="B8D0FF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651760" cy="3200400"/>
          </a:xfrm>
          <a:prstGeom prst="rect">
            <a:avLst/>
          </a:prstGeom>
          <a:solidFill>
            <a:srgbClr val="1A56B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6517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8C0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מגדילה את נתח המכירות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 dirty="0" err="1">
                <a:solidFill>
                  <a:srgbClr val="B8D0FF"/>
                </a:solidFill>
                <a:latin typeface="Arial"/>
              </a:rPr>
              <a:t>תוצאות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מדידות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ברמה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החודשית</a:t>
            </a:r>
            <a:endParaRPr sz="1300" b="0" i="0" dirty="0">
              <a:solidFill>
                <a:srgbClr val="B8D0FF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55848" y="1691640"/>
            <a:ext cx="2651760" cy="3200400"/>
          </a:xfrm>
          <a:prstGeom prst="rect">
            <a:avLst/>
          </a:prstGeom>
          <a:solidFill>
            <a:srgbClr val="1A56B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55848" y="1691640"/>
            <a:ext cx="26517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8745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8C00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סינרגיה בין סוכן למנהל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3337560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 dirty="0" err="1">
                <a:solidFill>
                  <a:srgbClr val="B8D0FF"/>
                </a:solidFill>
                <a:latin typeface="Arial"/>
              </a:rPr>
              <a:t>תקשורת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מיידית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ומדויקת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בזמן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אמת</a:t>
            </a:r>
            <a:endParaRPr sz="1300" b="0" i="0" dirty="0">
              <a:solidFill>
                <a:srgbClr val="B8D0FF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54496" y="1691640"/>
            <a:ext cx="2651760" cy="3200400"/>
          </a:xfrm>
          <a:prstGeom prst="rect">
            <a:avLst/>
          </a:prstGeom>
          <a:solidFill>
            <a:srgbClr val="1A56B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4496" y="1691640"/>
            <a:ext cx="26517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4496" y="18745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8C00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לקוח ממוקד ומנוהל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337560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 dirty="0">
                <a:solidFill>
                  <a:srgbClr val="B8D0FF"/>
                </a:solidFill>
                <a:latin typeface="Arial"/>
              </a:rPr>
              <a:t>אין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לקוחות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שנופלים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בין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הכיסאות</a:t>
            </a:r>
            <a:endParaRPr sz="1300" b="0" i="0" dirty="0">
              <a:solidFill>
                <a:srgbClr val="B8D0FF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53144" y="1691640"/>
            <a:ext cx="2651760" cy="3200400"/>
          </a:xfrm>
          <a:prstGeom prst="rect">
            <a:avLst/>
          </a:prstGeom>
          <a:solidFill>
            <a:srgbClr val="1A56B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53144" y="1691640"/>
            <a:ext cx="26517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4" y="18745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8C00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אין לקוחות אבודים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337560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 dirty="0" err="1">
                <a:solidFill>
                  <a:srgbClr val="B8D0FF"/>
                </a:solidFill>
                <a:latin typeface="Arial"/>
              </a:rPr>
              <a:t>כל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לקוח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 —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מעוקב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מבוקר</a:t>
            </a:r>
            <a:r>
              <a:rPr sz="1300" b="0" i="0" dirty="0">
                <a:solidFill>
                  <a:srgbClr val="B8D0FF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B8D0FF"/>
                </a:solidFill>
                <a:latin typeface="Arial"/>
              </a:rPr>
              <a:t>ומטופל</a:t>
            </a:r>
            <a:endParaRPr sz="1300" b="0" i="0" dirty="0">
              <a:solidFill>
                <a:srgbClr val="B8D0FF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5742432"/>
            <a:ext cx="121916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0" y="5989320"/>
            <a:ext cx="121916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dirty="0">
                <a:solidFill>
                  <a:srgbClr val="6688BB"/>
                </a:solidFill>
                <a:latin typeface="Arial"/>
              </a:rPr>
              <a:t>UNICO New Retail • </a:t>
            </a:r>
            <a:r>
              <a:rPr lang="he-IL" sz="1300" b="0" dirty="0">
                <a:solidFill>
                  <a:srgbClr val="6688BB"/>
                </a:solidFill>
                <a:latin typeface="Arial"/>
              </a:rPr>
              <a:t>מערכת ניהול שטח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BA4524-6250-4A93-A69E-AB6A2A3A5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3819" y="6162183"/>
            <a:ext cx="1333686" cy="533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Ran Azoulay</cp:lastModifiedBy>
  <cp:revision>1</cp:revision>
  <dcterms:created xsi:type="dcterms:W3CDTF">2013-01-27T09:14:16Z</dcterms:created>
  <dcterms:modified xsi:type="dcterms:W3CDTF">2026-05-01T18:18:38Z</dcterms:modified>
  <cp:category/>
</cp:coreProperties>
</file>
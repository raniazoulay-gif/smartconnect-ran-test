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88952" cy="512064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81928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3310128"/>
            <a:ext cx="48737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015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7200">
                <a:solidFill>
                  <a:srgbClr val="FFFFFF"/>
                </a:solidFill>
                <a:latin typeface="Arial Black"/>
              </a:rPr>
              <a:t>SMART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/>
            <a:r>
              <a:rPr b="0" sz="2800">
                <a:solidFill>
                  <a:srgbClr val="B4D2FF"/>
                </a:solidFill>
                <a:latin typeface="Arial"/>
              </a:rPr>
              <a:t>מערכת ניהול חכם לצוות המכירות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sz="1600">
                <a:solidFill>
                  <a:srgbClr val="B4D2FF"/>
                </a:solidFill>
                <a:latin typeface="Arial"/>
              </a:rPr>
              <a:t>FIELD SALES MANAGEMENT  |  UNICO New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  <a:latin typeface="Arial Black"/>
              </a:rPr>
              <a:t>SMART CONNECT</a:t>
            </a:r>
          </a:p>
        </p:txBody>
      </p:sp>
      <p:pic>
        <p:nvPicPr>
          <p:cNvPr id="11" name="Picture 10" descr="totan_logo_white_on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2011680" cy="938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
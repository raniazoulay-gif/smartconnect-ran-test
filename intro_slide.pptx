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 Azoulay" userId="55020d8e-7ce5-45fc-8049-a10c4b65aa4e" providerId="ADAL" clId="{CCB23272-5093-4D88-B346-EF0411871A67}"/>
    <pc:docChg chg="undo custSel modSld">
      <pc:chgData name="Ran Azoulay" userId="55020d8e-7ce5-45fc-8049-a10c4b65aa4e" providerId="ADAL" clId="{CCB23272-5093-4D88-B346-EF0411871A67}" dt="2026-05-01T18:18:13.747" v="32" actId="20577"/>
      <pc:docMkLst>
        <pc:docMk/>
      </pc:docMkLst>
      <pc:sldChg chg="addSp delSp modSp mod">
        <pc:chgData name="Ran Azoulay" userId="55020d8e-7ce5-45fc-8049-a10c4b65aa4e" providerId="ADAL" clId="{CCB23272-5093-4D88-B346-EF0411871A67}" dt="2026-05-01T18:18:13.747" v="32" actId="20577"/>
        <pc:sldMkLst>
          <pc:docMk/>
          <pc:sldMk cId="0" sldId="256"/>
        </pc:sldMkLst>
        <pc:spChg chg="mod">
          <ac:chgData name="Ran Azoulay" userId="55020d8e-7ce5-45fc-8049-a10c4b65aa4e" providerId="ADAL" clId="{CCB23272-5093-4D88-B346-EF0411871A67}" dt="2026-05-01T18:18:13.747" v="32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Ran Azoulay" userId="55020d8e-7ce5-45fc-8049-a10c4b65aa4e" providerId="ADAL" clId="{CCB23272-5093-4D88-B346-EF0411871A67}" dt="2026-05-01T18:16:46.660" v="1" actId="20577"/>
          <ac:spMkLst>
            <pc:docMk/>
            <pc:sldMk cId="0" sldId="256"/>
            <ac:spMk id="10" creationId="{00000000-0000-0000-0000-000000000000}"/>
          </ac:spMkLst>
        </pc:spChg>
        <pc:picChg chg="del">
          <ac:chgData name="Ran Azoulay" userId="55020d8e-7ce5-45fc-8049-a10c4b65aa4e" providerId="ADAL" clId="{CCB23272-5093-4D88-B346-EF0411871A67}" dt="2026-05-01T18:17:33.872" v="2" actId="478"/>
          <ac:picMkLst>
            <pc:docMk/>
            <pc:sldMk cId="0" sldId="256"/>
            <ac:picMk id="11" creationId="{00000000-0000-0000-0000-000000000000}"/>
          </ac:picMkLst>
        </pc:picChg>
        <pc:picChg chg="add mod">
          <ac:chgData name="Ran Azoulay" userId="55020d8e-7ce5-45fc-8049-a10c4b65aa4e" providerId="ADAL" clId="{CCB23272-5093-4D88-B346-EF0411871A67}" dt="2026-05-01T18:17:39.858" v="4" actId="1076"/>
          <ac:picMkLst>
            <pc:docMk/>
            <pc:sldMk cId="0" sldId="256"/>
            <ac:picMk id="13" creationId="{3E7AD31E-D458-4A18-B7C8-677679E5181C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916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742432"/>
            <a:ext cx="12191695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9445752" cy="2560320"/>
          </a:xfrm>
          <a:prstGeom prst="rect">
            <a:avLst/>
          </a:prstGeom>
          <a:solidFill>
            <a:srgbClr val="1A56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2103120"/>
            <a:ext cx="121916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FFFFFF"/>
                </a:solidFill>
                <a:latin typeface="Arial"/>
              </a:rPr>
              <a:t>SMART CONNECT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46120"/>
            <a:ext cx="5760720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15088" y="3341759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8C00"/>
                </a:solidFill>
                <a:latin typeface="Arial"/>
              </a:rPr>
              <a:t>D E M 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114800"/>
            <a:ext cx="12191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B8D0FF"/>
                </a:solidFill>
                <a:latin typeface="Arial"/>
              </a:rPr>
              <a:t>מערכת</a:t>
            </a:r>
            <a:r>
              <a:rPr sz="1800" b="0" i="0" dirty="0">
                <a:solidFill>
                  <a:srgbClr val="B8D0FF"/>
                </a:solidFill>
                <a:latin typeface="Arial"/>
              </a:rPr>
              <a:t> ניהול </a:t>
            </a:r>
            <a:r>
              <a:rPr sz="1800" b="0" i="0" dirty="0" err="1">
                <a:solidFill>
                  <a:srgbClr val="B8D0FF"/>
                </a:solidFill>
                <a:latin typeface="Arial"/>
              </a:rPr>
              <a:t>חכמה</a:t>
            </a:r>
            <a:r>
              <a:rPr sz="18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800" b="0" i="0" dirty="0" err="1">
                <a:solidFill>
                  <a:srgbClr val="B8D0FF"/>
                </a:solidFill>
                <a:latin typeface="Arial"/>
              </a:rPr>
              <a:t>לשטח</a:t>
            </a:r>
            <a:r>
              <a:rPr sz="18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lang="he-IL" sz="18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lang="en-US" sz="1800" b="0" i="0" dirty="0">
                <a:solidFill>
                  <a:srgbClr val="B8D0FF"/>
                </a:solidFill>
                <a:latin typeface="Arial"/>
              </a:rPr>
              <a:t> </a:t>
            </a:r>
            <a:r>
              <a:rPr sz="1800" b="0" i="0" dirty="0">
                <a:solidFill>
                  <a:srgbClr val="B8D0FF"/>
                </a:solidFill>
                <a:latin typeface="Arial"/>
              </a:rPr>
              <a:t>| UNICO New Retail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7AD31E-D458-4A18-B7C8-677679E51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2288" y="6146392"/>
            <a:ext cx="1333686" cy="533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Ran Azoulay</cp:lastModifiedBy>
  <cp:revision>1</cp:revision>
  <dcterms:created xsi:type="dcterms:W3CDTF">2013-01-27T09:14:16Z</dcterms:created>
  <dcterms:modified xsi:type="dcterms:W3CDTF">2026-05-01T18:18:18Z</dcterms:modified>
  <cp:category/>
</cp:coreProperties>
</file>
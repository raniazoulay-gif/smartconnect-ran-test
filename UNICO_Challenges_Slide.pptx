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למה UNICO Sales App?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51560"/>
            <a:ext cx="5760720" cy="5577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051560"/>
            <a:ext cx="576072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106424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האתגרים ללא האפליקציה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719072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66420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544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Arial"/>
              </a:rPr>
              <a:t>חוסר שקיפות בשטח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801368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A1A2E"/>
                </a:solidFill>
                <a:latin typeface="Arial"/>
              </a:rPr>
              <a:t>מנהלים לא יודעים מה קורה בזמן אמת — ביקורים, הזמנות ובעיות נגלים רק בדיעבד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2542032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24871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37744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Arial"/>
              </a:rPr>
              <a:t>תיעוד מפוזר ולא אחיד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624328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A1A2E"/>
                </a:solidFill>
                <a:latin typeface="Arial"/>
              </a:rPr>
              <a:t>מידע על לקוחות מפוזר בין WhatsApp, אקסל ודוחות נייר — ואובד בין הסדקים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3364992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331012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20040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Arial"/>
              </a:rPr>
              <a:t>תגובה איטית לבעיות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447288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A1A2E"/>
                </a:solidFill>
                <a:latin typeface="Arial"/>
              </a:rPr>
              <a:t>התראות על חריגות ואירועים בשטח מגיעות מאוחר מדי ומקשות על פעולה מהירה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4187952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413308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02336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Arial"/>
              </a:rPr>
              <a:t>קושי במעקב אחר נציגים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270248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A1A2E"/>
                </a:solidFill>
                <a:latin typeface="Arial"/>
              </a:rPr>
              <a:t>אין נראות לביקורים שבוצעו, יעדים שהושגו, ונציגים שזקוקים לסיוע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" y="5010912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495604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84632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Arial"/>
              </a:rPr>
              <a:t>אובדן ידע על לקוחות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5093208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A1A2E"/>
                </a:solidFill>
                <a:latin typeface="Arial"/>
              </a:rPr>
              <a:t>הערות, תובנות והיסטוריית שיחות לא נשמרות — כל נציג מתחיל מאפס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051560"/>
            <a:ext cx="5760720" cy="5577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051560"/>
            <a:ext cx="5760720" cy="438912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106424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 תועלות מרכזיות לעסק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819656"/>
            <a:ext cx="310896" cy="310896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773936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1664208"/>
            <a:ext cx="5102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8A4A"/>
                </a:solidFill>
                <a:latin typeface="Arial"/>
              </a:rPr>
              <a:t>שקיפות מלאה בזמן אמת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1965960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מנהלים רואים את כל פעילות השטח — ביקורים, הזמנות ותקלות — בלחיצת כפתור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734056"/>
            <a:ext cx="54864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2990088"/>
            <a:ext cx="310896" cy="310896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2944368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2" y="2834640"/>
            <a:ext cx="5102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8A4A"/>
                </a:solidFill>
                <a:latin typeface="Arial"/>
              </a:rPr>
              <a:t>ייעול עבודת הנציגים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3136392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ניהול לקוחות, הזמנות, הערות ותמונות — הכל ממסך אחד, מכל מקום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904488"/>
            <a:ext cx="54864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4160520"/>
            <a:ext cx="310896" cy="310896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4114800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4005072"/>
            <a:ext cx="5102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8A4A"/>
                </a:solidFill>
                <a:latin typeface="Arial"/>
              </a:rPr>
              <a:t>החלטות מבוססות נתונים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56832" y="4306824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דוחות אוטומטיים, מדדי ביצוע ברורים ותמונת מצב מלאה בכל רגע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074920"/>
            <a:ext cx="54864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5330952"/>
            <a:ext cx="310896" cy="310896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5285232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6832" y="5175504"/>
            <a:ext cx="5102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8A4A"/>
                </a:solidFill>
                <a:latin typeface="Arial"/>
              </a:rPr>
              <a:t>שיפור חוויית הלקוח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6832" y="5477256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מעקב מדויק אחר צרכים, מועדי ביקור והיסטוריה — לקשרים חזקים יותר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UNICO Sales App  |  פתרון ניהול שטח חכם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